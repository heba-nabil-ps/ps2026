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4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3305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DC18D-0732-D687-273A-A6F42B7AF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5E5C53-144B-5DB7-DB0D-C339E87744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184541-577B-7907-2886-B2F63D53AE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FBDB32-09C2-32A9-2480-BA5E21E52B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10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pinterest.com/pin/111182684546993611/" TargetMode="External"/><Relationship Id="rId4" Type="http://schemas.openxmlformats.org/officeDocument/2006/relationships/hyperlink" Target="https://www.pinterest.com/pin/525162006563631751/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hyperlink" Target="https://styleport.co.jp/" TargetMode="External"/><Relationship Id="rId7" Type="http://schemas.openxmlformats.org/officeDocument/2006/relationships/hyperlink" Target="https://oddlymade.webflow.io/#services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hyperlink" Target="https://creativemarketing.peachweb.io/" TargetMode="External"/><Relationship Id="rId10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hyperlink" Target="https://techredux.co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lture-template.webflow.io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hyperlink" Target="https://agentura.framer.website/" TargetMode="Externa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arrizmudze.com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hyperlink" Target="https://www.moonsworth.com/companies" TargetMode="Externa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hyperlink" Target="https://www.pinterest.com/pin/946881890438431744/" TargetMode="External"/><Relationship Id="rId7" Type="http://schemas.openxmlformats.org/officeDocument/2006/relationships/hyperlink" Target="https://www.pinterest.com/pin/579205202062763700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hyperlink" Target="https://www.creativeans.com/" TargetMode="External"/><Relationship Id="rId5" Type="http://schemas.openxmlformats.org/officeDocument/2006/relationships/hyperlink" Target="https://www.pinterest.com/pin/946881890438431876/" TargetMode="External"/><Relationship Id="rId10" Type="http://schemas.openxmlformats.org/officeDocument/2006/relationships/image" Target="../media/image15.png"/><Relationship Id="rId4" Type="http://schemas.openxmlformats.org/officeDocument/2006/relationships/image" Target="../media/image12.png"/><Relationship Id="rId9" Type="http://schemas.openxmlformats.org/officeDocument/2006/relationships/hyperlink" Target="https://www.pinterest.com/pin/422281210389749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8C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PSDIGITAL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91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Structure, experience and creative direction for the new PS Digital website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C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SITE MAP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9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A9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PSDIGITAL  ·  WEBSITE DIRECTION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structure of the website, from first impression to first contact.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2624328" cy="822960"/>
          </a:xfrm>
          <a:prstGeom prst="roundRect">
            <a:avLst>
              <a:gd name="adj" fmla="val 8889"/>
            </a:avLst>
          </a:prstGeom>
          <a:solidFill>
            <a:srgbClr val="10233B"/>
          </a:solidFill>
          <a:ln w="12700">
            <a:solidFill>
              <a:srgbClr val="1023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783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C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1764792"/>
            <a:ext cx="170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64408" y="1645920"/>
            <a:ext cx="5422392" cy="822960"/>
          </a:xfrm>
          <a:prstGeom prst="roundRect">
            <a:avLst>
              <a:gd name="adj" fmla="val 8889"/>
            </a:avLst>
          </a:prstGeom>
          <a:solidFill>
            <a:srgbClr val="10233B"/>
          </a:solidFill>
          <a:ln w="12700">
            <a:solidFill>
              <a:srgbClr val="1023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93008" y="1783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C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950208" y="1764792"/>
            <a:ext cx="4507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950208" y="2066544"/>
            <a:ext cx="4553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9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 · Branding · Website &amp; App Design · Creative Production · Digital Consultation · Performance Marketing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624328" cy="822960"/>
          </a:xfrm>
          <a:prstGeom prst="roundRect">
            <a:avLst>
              <a:gd name="adj" fmla="val 8889"/>
            </a:avLst>
          </a:prstGeom>
          <a:solidFill>
            <a:srgbClr val="10233B"/>
          </a:solidFill>
          <a:ln w="12700">
            <a:solidFill>
              <a:srgbClr val="10233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2788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C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770632"/>
            <a:ext cx="170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072384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9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 · Clients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64408" y="2651760"/>
            <a:ext cx="2624328" cy="822960"/>
          </a:xfrm>
          <a:prstGeom prst="roundRect">
            <a:avLst>
              <a:gd name="adj" fmla="val 8889"/>
            </a:avLst>
          </a:prstGeom>
          <a:solidFill>
            <a:srgbClr val="10233B"/>
          </a:solidFill>
          <a:ln w="12700">
            <a:solidFill>
              <a:srgbClr val="10233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93008" y="2788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C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950208" y="2770632"/>
            <a:ext cx="170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062472" y="2651760"/>
            <a:ext cx="2624328" cy="822960"/>
          </a:xfrm>
          <a:prstGeom prst="roundRect">
            <a:avLst>
              <a:gd name="adj" fmla="val 8889"/>
            </a:avLst>
          </a:prstGeom>
          <a:solidFill>
            <a:srgbClr val="10233B"/>
          </a:solidFill>
          <a:ln w="12700">
            <a:solidFill>
              <a:srgbClr val="10233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91072" y="2788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C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748272" y="2770632"/>
            <a:ext cx="170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7200" y="36576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6304F"/>
          </a:solidFill>
          <a:ln w="12700">
            <a:solidFill>
              <a:srgbClr val="16304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3794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C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3776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1500" dirty="0"/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D8C97612-C943-497C-832A-EAB45F0482A8}"/>
              </a:ext>
            </a:extLst>
          </p:cNvPr>
          <p:cNvSpPr txBox="1"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forward-thinking creative partner, online.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C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STRATEGIC OBJECTIVE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forward-thinking creative partner, online.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9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kern="0" spc="200" dirty="0">
                <a:solidFill>
                  <a:srgbClr val="A9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PSDIGITAL  ·  WEBSITE DIRECTION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9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modern, high-impact digital platform that positions </a:t>
            </a:r>
            <a:r>
              <a:rPr lang="en-US" sz="1150" dirty="0" err="1">
                <a:solidFill>
                  <a:srgbClr val="A9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PSdigital</a:t>
            </a:r>
            <a:r>
              <a:rPr lang="en-US" sz="1150" dirty="0">
                <a:solidFill>
                  <a:srgbClr val="A9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a forward-thinking creative partner, showcasing our ability to bring together strategy, creativity, and innovation to create digital solutions that drive growth. The website will combine a bold, futuristic visual identity with an effortless user experience, making it simple to explore our work, understand our capabilities, and connect with us.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2624328" cy="2103120"/>
          </a:xfrm>
          <a:prstGeom prst="roundRect">
            <a:avLst>
              <a:gd name="adj" fmla="val 3478"/>
            </a:avLst>
          </a:prstGeom>
          <a:solidFill>
            <a:srgbClr val="10233B"/>
          </a:solidFill>
          <a:ln w="12700">
            <a:solidFill>
              <a:srgbClr val="1023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560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C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971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&amp; Client Engagement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4747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A9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Prominent, easy-to-reach portfolio / work section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A9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Clear, visually rich project showcases that invite deeper browsing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64408" y="2377440"/>
            <a:ext cx="2624328" cy="2103120"/>
          </a:xfrm>
          <a:prstGeom prst="roundRect">
            <a:avLst>
              <a:gd name="adj" fmla="val 3478"/>
            </a:avLst>
          </a:prstGeom>
          <a:solidFill>
            <a:srgbClr val="10233B"/>
          </a:solidFill>
          <a:ln w="12700">
            <a:solidFill>
              <a:srgbClr val="1023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38728" y="2560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C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538728" y="2971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Experience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538728" y="34747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A9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navigation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A9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clicks to find any page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A9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layout across devices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71616" y="2377440"/>
            <a:ext cx="2624328" cy="2103120"/>
          </a:xfrm>
          <a:prstGeom prst="roundRect">
            <a:avLst>
              <a:gd name="adj" fmla="val 3478"/>
            </a:avLst>
          </a:prstGeom>
          <a:solidFill>
            <a:srgbClr val="10233B"/>
          </a:solidFill>
          <a:ln w="12700">
            <a:solidFill>
              <a:srgbClr val="10233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45936" y="2560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C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345936" y="2971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Careers Submission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345936" y="34747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A9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easy way to fill in the forms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A9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Candidates can submit their work in minimal steps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C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CREATIVE DIRECTION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Futuristic. Minimal. Premium.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9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A9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PSDIGITAL  ·  WEBSITE DIRECTION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515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futuristic, minimal and premium digital experience.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5087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C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PALETTE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72821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navy to black, with bold accents.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2860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C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SURFACES &amp; MOTION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50545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 blur, 3D forms, metallic surfaces and frosted glass effects create a sense of movement and depth.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063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C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TYPOGRAPHY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28269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Bold, stretched typography brings personality to headlines, while clean sans-serif fonts keep the content clear and easy to read.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8404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C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IMAGERY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05993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 and white imagery adds a human and stylish touch, balancing the futuristic aesthetic with a premium feel.</a:t>
            </a:r>
            <a:endParaRPr lang="en-US" sz="1050" dirty="0"/>
          </a:p>
        </p:txBody>
      </p:sp>
      <p:pic>
        <p:nvPicPr>
          <p:cNvPr id="15" name="Image 0" descr="img_s4_74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0" y="320040"/>
            <a:ext cx="3200400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C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TYPOGRAPHY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loud headline, a clear read.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9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kern="0" spc="200" dirty="0">
                <a:solidFill>
                  <a:srgbClr val="A9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PSDIGITAL  ·  WEBSITE DIRECTION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846320" cy="3200400"/>
          </a:xfrm>
          <a:prstGeom prst="roundRect">
            <a:avLst>
              <a:gd name="adj" fmla="val 2286"/>
            </a:avLst>
          </a:prstGeom>
          <a:solidFill>
            <a:srgbClr val="10233B"/>
          </a:solidFill>
          <a:ln w="12700">
            <a:solidFill>
              <a:srgbClr val="1023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463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C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916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Gero Bold</a:t>
            </a:r>
            <a:endParaRPr lang="en-US" sz="1400" dirty="0"/>
          </a:p>
        </p:txBody>
      </p:sp>
      <p:pic>
        <p:nvPicPr>
          <p:cNvPr id="9" name="Image 0" descr="img_s5_8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2057400"/>
            <a:ext cx="3657600" cy="74066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31520" y="30632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C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SUBHEADER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291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Helvetica Neue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2926080" y="30632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C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TEXT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2926080" y="3291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Helvetica Neue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577840" y="1280160"/>
            <a:ext cx="3108960" cy="3200400"/>
          </a:xfrm>
          <a:prstGeom prst="roundRect">
            <a:avLst>
              <a:gd name="adj" fmla="val 2353"/>
            </a:avLst>
          </a:prstGeom>
          <a:solidFill>
            <a:srgbClr val="16304F"/>
          </a:solidFill>
          <a:ln w="12700">
            <a:solidFill>
              <a:srgbClr val="16304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52160" y="1463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C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 FONT REFERENCES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5852160" y="1737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open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5852160" y="21945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Reference 01</a:t>
            </a:r>
            <a:endParaRPr lang="en-US" sz="900" dirty="0"/>
          </a:p>
          <a:p>
            <a:pPr marL="0" indent="0">
              <a:buNone/>
            </a:pPr>
            <a:r>
              <a:rPr lang="en-US" sz="900" u="sng" dirty="0">
                <a:solidFill>
                  <a:srgbClr val="8CC4E6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https://www.pinterest.com/pin/525162006563631751/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5852160" y="30175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Reference 02</a:t>
            </a:r>
            <a:endParaRPr lang="en-US" sz="900" dirty="0"/>
          </a:p>
          <a:p>
            <a:pPr marL="0" indent="0">
              <a:buNone/>
            </a:pPr>
            <a:r>
              <a:rPr lang="en-US" sz="900" u="sng" dirty="0">
                <a:solidFill>
                  <a:srgbClr val="8CC4E6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https://www.pinterest.com/pin/111182684546993611/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C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REFERENCES · OVERALL STRUCTURE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whole-site feel. Click any image or link.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9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kern="0" spc="200" dirty="0">
                <a:solidFill>
                  <a:srgbClr val="A9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PSDIGITAL  ·  WEBSITE DIRECTION</a:t>
            </a:r>
            <a:endParaRPr lang="en-US" sz="800" dirty="0"/>
          </a:p>
        </p:txBody>
      </p:sp>
      <p:pic>
        <p:nvPicPr>
          <p:cNvPr id="6" name="Image 0" descr="img_s6_88.png">
            <a:hlinkClick r:id="rId3" tooltip="https://styleport.co.jp/"/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1234440"/>
            <a:ext cx="1874520" cy="2103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325880"/>
            <a:ext cx="310896" cy="310896"/>
          </a:xfrm>
          <a:prstGeom prst="ellipse">
            <a:avLst/>
          </a:prstGeom>
          <a:solidFill>
            <a:srgbClr val="07121F"/>
          </a:solidFill>
          <a:ln w="12700">
            <a:solidFill>
              <a:srgbClr val="8CC4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325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C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41071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Immersive 3D hero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74904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u="sng" dirty="0">
                <a:solidFill>
                  <a:srgbClr val="8CC4E6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tooltip="https://styleport.co.jp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styleport.co.jp</a:t>
            </a:r>
            <a:endParaRPr lang="en-US" sz="850" dirty="0"/>
          </a:p>
        </p:txBody>
      </p:sp>
      <p:pic>
        <p:nvPicPr>
          <p:cNvPr id="11" name="Image 1" descr="img_s6_89.png">
            <a:hlinkClick r:id="rId5" tooltip="https://creativemarketing.peachweb.io/"/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578608" y="1234440"/>
            <a:ext cx="1874520" cy="21031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670048" y="1325880"/>
            <a:ext cx="310896" cy="310896"/>
          </a:xfrm>
          <a:prstGeom prst="ellipse">
            <a:avLst/>
          </a:prstGeom>
          <a:solidFill>
            <a:srgbClr val="07121F"/>
          </a:solidFill>
          <a:ln w="12700">
            <a:solidFill>
              <a:srgbClr val="8CC4E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670048" y="1325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C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2578608" y="341071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cards with bold imagery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2578608" y="374904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u="sng" dirty="0">
                <a:solidFill>
                  <a:srgbClr val="8CC4E6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tooltip="https://creativemarketing.peachweb.io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creativemarketing.peachweb.io</a:t>
            </a:r>
            <a:endParaRPr lang="en-US" sz="850" dirty="0"/>
          </a:p>
        </p:txBody>
      </p:sp>
      <p:pic>
        <p:nvPicPr>
          <p:cNvPr id="16" name="Image 2" descr="img_s6_91.png">
            <a:hlinkClick r:id="rId7" tooltip="https://oddlymade.webflow.io/#services"/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700016" y="1234440"/>
            <a:ext cx="1874520" cy="210312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4791456" y="1325880"/>
            <a:ext cx="310896" cy="310896"/>
          </a:xfrm>
          <a:prstGeom prst="ellipse">
            <a:avLst/>
          </a:prstGeom>
          <a:solidFill>
            <a:srgbClr val="07121F"/>
          </a:solidFill>
          <a:ln w="12700">
            <a:solidFill>
              <a:srgbClr val="8CC4E6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4791456" y="1325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C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4700016" y="341071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Numbered services index</a:t>
            </a:r>
            <a:endParaRPr lang="en-US" sz="950" dirty="0"/>
          </a:p>
        </p:txBody>
      </p:sp>
      <p:sp>
        <p:nvSpPr>
          <p:cNvPr id="20" name="Text 15"/>
          <p:cNvSpPr txBox="1"/>
          <p:nvPr/>
        </p:nvSpPr>
        <p:spPr>
          <a:xfrm>
            <a:off x="4700016" y="374904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u="sng" dirty="0">
                <a:solidFill>
                  <a:srgbClr val="8CC4E6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tooltip="https://oddlymade.webflow.io/#servic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oddlymade.webflow.io/#services</a:t>
            </a:r>
            <a:endParaRPr lang="en-US" sz="850" dirty="0"/>
          </a:p>
        </p:txBody>
      </p:sp>
      <p:pic>
        <p:nvPicPr>
          <p:cNvPr id="21" name="Image 3" descr="img_s6_90.png">
            <a:hlinkClick r:id="rId9" tooltip="https://techredux.co/"/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821424" y="1234440"/>
            <a:ext cx="1874520" cy="210312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6912864" y="1325880"/>
            <a:ext cx="310896" cy="310896"/>
          </a:xfrm>
          <a:prstGeom prst="ellipse">
            <a:avLst/>
          </a:prstGeom>
          <a:solidFill>
            <a:srgbClr val="07121F"/>
          </a:solidFill>
          <a:ln w="12700">
            <a:solidFill>
              <a:srgbClr val="8CC4E6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6912864" y="1325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C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18"/>
          <p:cNvSpPr txBox="1"/>
          <p:nvPr/>
        </p:nvSpPr>
        <p:spPr>
          <a:xfrm>
            <a:off x="6821424" y="341071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Cinematic stretched type</a:t>
            </a:r>
            <a:endParaRPr lang="en-US" sz="950" dirty="0"/>
          </a:p>
        </p:txBody>
      </p:sp>
      <p:sp>
        <p:nvSpPr>
          <p:cNvPr id="25" name="Text 19"/>
          <p:cNvSpPr txBox="1"/>
          <p:nvPr/>
        </p:nvSpPr>
        <p:spPr>
          <a:xfrm>
            <a:off x="6821424" y="374904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u="sng" dirty="0">
                <a:solidFill>
                  <a:srgbClr val="8CC4E6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9" tooltip="https://techredux.co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techredux.co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C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— REFERENCES · HOME &amp; SERVICES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 that brings the work to life.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9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kern="0" spc="200" dirty="0">
                <a:solidFill>
                  <a:srgbClr val="A9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PSDIGITAL  ·  WEBSITE DIRECTION</a:t>
            </a:r>
            <a:endParaRPr lang="en-US" sz="800" dirty="0"/>
          </a:p>
        </p:txBody>
      </p:sp>
      <p:pic>
        <p:nvPicPr>
          <p:cNvPr id="6" name="Image 0" descr="img_s7_101.png">
            <a:hlinkClick r:id="rId3" tooltip="https://alture-template.webflow.io/"/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1188720"/>
            <a:ext cx="3657600" cy="241401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280160"/>
            <a:ext cx="310896" cy="310896"/>
          </a:xfrm>
          <a:prstGeom prst="ellipse">
            <a:avLst/>
          </a:prstGeom>
          <a:solidFill>
            <a:srgbClr val="07121F"/>
          </a:solidFill>
          <a:ln w="12700">
            <a:solidFill>
              <a:srgbClr val="8CC4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280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C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6758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&amp; services motion. Check the Studio inner page for the Team.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0142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u="sng" dirty="0">
                <a:solidFill>
                  <a:srgbClr val="8CC4E6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tooltip="https://alture-template.webflow.io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alture-template.webflow.io</a:t>
            </a:r>
            <a:endParaRPr lang="en-US" sz="850" dirty="0"/>
          </a:p>
        </p:txBody>
      </p:sp>
      <p:pic>
        <p:nvPicPr>
          <p:cNvPr id="11" name="Image 1" descr="img_s7_102.png">
            <a:hlinkClick r:id="rId5" tooltip="https://agentura.framer.website/"/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72000" y="1188720"/>
            <a:ext cx="4114800" cy="241401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663440" y="1280160"/>
            <a:ext cx="310896" cy="310896"/>
          </a:xfrm>
          <a:prstGeom prst="ellipse">
            <a:avLst/>
          </a:prstGeom>
          <a:solidFill>
            <a:srgbClr val="07121F"/>
          </a:solidFill>
          <a:ln w="12700">
            <a:solidFill>
              <a:srgbClr val="8CC4E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663440" y="1280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C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36758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or clients representation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401421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u="sng" dirty="0">
                <a:solidFill>
                  <a:srgbClr val="8CC4E6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tooltip="https://agentura.framer.website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agentura.framer.website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C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— REFERENCES · HEADER &amp; NAVIGATION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scroll, first impression.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9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kern="0" spc="200" dirty="0">
                <a:solidFill>
                  <a:srgbClr val="A9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PSDIGITAL  ·  WEBSITE DIRECTION</a:t>
            </a:r>
            <a:endParaRPr lang="en-US" sz="800" dirty="0"/>
          </a:p>
        </p:txBody>
      </p:sp>
      <p:pic>
        <p:nvPicPr>
          <p:cNvPr id="6" name="Image 0" descr="img_s8_109.png">
            <a:hlinkClick r:id="rId3" tooltip="https://garrizmudze.com/"/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1188720"/>
            <a:ext cx="3566160" cy="25054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280160"/>
            <a:ext cx="310896" cy="310896"/>
          </a:xfrm>
          <a:prstGeom prst="ellipse">
            <a:avLst/>
          </a:prstGeom>
          <a:solidFill>
            <a:srgbClr val="07121F"/>
          </a:solidFill>
          <a:ln w="12700">
            <a:solidFill>
              <a:srgbClr val="8CC4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280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C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7673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 wave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10565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u="sng" dirty="0">
                <a:solidFill>
                  <a:srgbClr val="8CC4E6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tooltip="https://garrizmudze.com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garrizmudze.com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572000" y="1170432"/>
            <a:ext cx="310896" cy="310896"/>
          </a:xfrm>
          <a:prstGeom prst="ellipse">
            <a:avLst/>
          </a:prstGeom>
          <a:solidFill>
            <a:srgbClr val="07121F"/>
          </a:solidFill>
          <a:ln w="12700">
            <a:solidFill>
              <a:srgbClr val="8CC4E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0" y="1170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C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4983480" y="1188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bar motion idea</a:t>
            </a:r>
            <a:endParaRPr lang="en-US" sz="1300" dirty="0"/>
          </a:p>
        </p:txBody>
      </p:sp>
      <p:pic>
        <p:nvPicPr>
          <p:cNvPr id="14" name="Image 1" descr="img_s8_111.png">
            <a:hlinkClick r:id="rId5" tooltip="https://www.moonsworth.com/companies"/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72000" y="1645920"/>
            <a:ext cx="4114800" cy="76809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72000" y="24871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u="sng" dirty="0">
                <a:solidFill>
                  <a:srgbClr val="8CC4E6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tooltip="https://www.moonsworth.com/compani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moonsworth.com/companies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C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— EXTRA PINTEREST REFERENCES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Glass, depth and video-led storytelling.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9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kern="0" spc="200" dirty="0">
                <a:solidFill>
                  <a:srgbClr val="A9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PSDIGITAL  ·  WEBSITE DIRECTION</a:t>
            </a:r>
            <a:endParaRPr lang="en-US" sz="800" dirty="0"/>
          </a:p>
        </p:txBody>
      </p:sp>
      <p:pic>
        <p:nvPicPr>
          <p:cNvPr id="6" name="Image 0" descr="img_s9_119.png">
            <a:hlinkClick r:id="rId3" tooltip="https://www.pinterest.com/pin/946881890438431744/"/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1188720"/>
            <a:ext cx="1874520" cy="1783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280160"/>
            <a:ext cx="310896" cy="310896"/>
          </a:xfrm>
          <a:prstGeom prst="ellipse">
            <a:avLst/>
          </a:prstGeom>
          <a:solidFill>
            <a:srgbClr val="07121F"/>
          </a:solidFill>
          <a:ln w="12700">
            <a:solidFill>
              <a:srgbClr val="8CC4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280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C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04495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u="sng" dirty="0">
                <a:solidFill>
                  <a:srgbClr val="8CC4E6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tooltip="https://www.pinterest.com/pin/946881890438431744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pinterest.com/pin/946881890438431744</a:t>
            </a:r>
            <a:endParaRPr lang="en-US" sz="750" dirty="0"/>
          </a:p>
        </p:txBody>
      </p:sp>
      <p:pic>
        <p:nvPicPr>
          <p:cNvPr id="10" name="Image 1" descr="img_s9_117.png">
            <a:hlinkClick r:id="rId5" tooltip="https://www.pinterest.com/pin/946881890438431876/"/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560320" y="1188720"/>
            <a:ext cx="1874520" cy="17830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651760" y="1280160"/>
            <a:ext cx="310896" cy="310896"/>
          </a:xfrm>
          <a:prstGeom prst="ellipse">
            <a:avLst/>
          </a:prstGeom>
          <a:solidFill>
            <a:srgbClr val="07121F"/>
          </a:solidFill>
          <a:ln w="12700">
            <a:solidFill>
              <a:srgbClr val="8CC4E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2651760" y="1280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C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2560320" y="304495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u="sng" dirty="0">
                <a:solidFill>
                  <a:srgbClr val="8CC4E6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tooltip="https://www.pinterest.com/pin/946881890438431876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pinterest.com/pin/946881890438431876</a:t>
            </a:r>
            <a:endParaRPr lang="en-US" sz="750" dirty="0"/>
          </a:p>
        </p:txBody>
      </p:sp>
      <p:pic>
        <p:nvPicPr>
          <p:cNvPr id="14" name="Image 2" descr="img_s9_118.png">
            <a:hlinkClick r:id="rId7" tooltip="https://www.pinterest.com/pin/579205202062763700/"/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663440" y="1188720"/>
            <a:ext cx="1874520" cy="178308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754880" y="1280160"/>
            <a:ext cx="310896" cy="310896"/>
          </a:xfrm>
          <a:prstGeom prst="ellipse">
            <a:avLst/>
          </a:prstGeom>
          <a:solidFill>
            <a:srgbClr val="07121F"/>
          </a:solidFill>
          <a:ln w="12700">
            <a:solidFill>
              <a:srgbClr val="8CC4E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4754880" y="1280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C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17" name="Text 12"/>
          <p:cNvSpPr txBox="1"/>
          <p:nvPr/>
        </p:nvSpPr>
        <p:spPr>
          <a:xfrm>
            <a:off x="4663440" y="304495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u="sng" dirty="0">
                <a:solidFill>
                  <a:srgbClr val="8CC4E6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tooltip="https://www.pinterest.com/pin/57920520206276370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pinterest.com/pin/579205202062763700</a:t>
            </a:r>
            <a:endParaRPr lang="en-US" sz="750" dirty="0"/>
          </a:p>
        </p:txBody>
      </p:sp>
      <p:pic>
        <p:nvPicPr>
          <p:cNvPr id="18" name="Image 3" descr="img_s9_120.png">
            <a:hlinkClick r:id="rId9" tooltip="https://www.pinterest.com/pin/422281210389749/"/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766560" y="1188720"/>
            <a:ext cx="1874520" cy="178308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858000" y="1280160"/>
            <a:ext cx="310896" cy="310896"/>
          </a:xfrm>
          <a:prstGeom prst="ellipse">
            <a:avLst/>
          </a:prstGeom>
          <a:solidFill>
            <a:srgbClr val="07121F"/>
          </a:solidFill>
          <a:ln w="12700">
            <a:solidFill>
              <a:srgbClr val="8CC4E6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6858000" y="1280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C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21" name="Text 15"/>
          <p:cNvSpPr txBox="1"/>
          <p:nvPr/>
        </p:nvSpPr>
        <p:spPr>
          <a:xfrm>
            <a:off x="6766560" y="304495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u="sng" dirty="0">
                <a:solidFill>
                  <a:srgbClr val="8CC4E6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9" tooltip="https://www.pinterest.com/pin/422281210389749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pinterest.com/pin/422281210389749</a:t>
            </a:r>
            <a:endParaRPr lang="en-US" sz="750" dirty="0"/>
          </a:p>
        </p:txBody>
      </p:sp>
      <p:sp>
        <p:nvSpPr>
          <p:cNvPr id="22" name="Shape 16"/>
          <p:cNvSpPr/>
          <p:nvPr/>
        </p:nvSpPr>
        <p:spPr>
          <a:xfrm>
            <a:off x="457200" y="37490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6304F"/>
          </a:solidFill>
          <a:ln w="12700">
            <a:solidFill>
              <a:srgbClr val="16304F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731520" y="37490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C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AGENCY REFERENCE   </a:t>
            </a:r>
            <a:r>
              <a:rPr lang="en-US" sz="1100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https://www.creativeans.com/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6B0F8A-FDE8-9317-6471-BB13D3431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05F3D3F-AE69-AE2F-A343-D78AC4E3A054}"/>
              </a:ext>
            </a:extLst>
          </p:cNvPr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8C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PSDIGITAL</a:t>
            </a:r>
            <a:endParaRPr lang="en-US" sz="1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878332D-991A-D2A2-9B43-A3BD64E7D610}"/>
              </a:ext>
            </a:extLst>
          </p:cNvPr>
          <p:cNvSpPr txBox="1"/>
          <p:nvPr/>
        </p:nvSpPr>
        <p:spPr>
          <a:xfrm>
            <a:off x="548640" y="2386148"/>
            <a:ext cx="7315200" cy="722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32918008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595</Words>
  <Application>Microsoft Macintosh PowerPoint</Application>
  <PresentationFormat>On-screen Show (16:9)</PresentationFormat>
  <Paragraphs>131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 Digital — Website Direction</dc:title>
  <dc:subject>PptxGenJS Presentation</dc:subject>
  <dc:creator>PptxGenJS</dc:creator>
  <cp:lastModifiedBy>Peri Khalil</cp:lastModifiedBy>
  <cp:revision>2</cp:revision>
  <dcterms:created xsi:type="dcterms:W3CDTF">2026-09-24T17:02:54Z</dcterms:created>
  <dcterms:modified xsi:type="dcterms:W3CDTF">2026-09-24T18:21:20Z</dcterms:modified>
</cp:coreProperties>
</file>